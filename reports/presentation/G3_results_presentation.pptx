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group and the question. Everything on these slides is generated from the pipeline outputs; the full report is reports/final_group_research_report.md.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prompt and the scales follow the class protocol. The ratings are the participants' own; the word is chosen by them, which later turns out to matter (lexical confound).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protocol asks for at least 40 valid observations; we have 32. Nothing was imputed or invented: missing recordings and words stay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choices that make the numbers trustworthy: grouping by participant, all preprocessing inside the cross-validation, permutation tests of the whole procedure, and correction for multiple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Derived targets: arousal_3 = low (1-2) / moderate (3) / high (4-5); valence_2 = not pleasant (1-3) / pleasant (4-5). A task is modelled only if every class has at least 5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Spearman correlations, Benjamini-Hochberg FDR across all features. The power statement uses the Fisher z approximation with the Spearman variance factor (Fieller et al., 1957).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permutation test repeats the whole nested procedure with shuffled labels. Holm controls the family-wise error across all learned models and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Dots are pooled balanced accuracy; bars are participant-level bootstrap intervals; the vertical line in each panel is chance for that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word must be controlled in future collections: a fixed word for everyone, or enough repetitions of each word to analyse within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limits are documented in the final report, with the exact numbers and the sensitivity analyses.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plainly: a negative or inconclusive result from a careful analysis is a valid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step has a ready-made file in the repository; RUNNING.md explains how to rerun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Bisaya post-class speech and self-reported affect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46120"/>
            <a:ext cx="11094415" cy="8229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5A5A55"/>
                </a:solidFill>
                <a:latin typeface="Calibri"/>
              </a:rPr>
              <a:t>Can one spoken word, said right after class, tell us how a student feels?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CS412 mini-project · Group 3 · second-year Computer Science students · results of 2026-10-03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The question and how we asked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Protocol of the class mini-project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Right after class, each participant said one Bisaya word that matched their reaction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Suggested words: Salamat, Ambot, Grabe, Lisod, Sayon, Lingaw, Kapoy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They then rated how they felt on two 1–5 scales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Valence: very unpleasant (1) to very pleasant (5)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Arousal: very low (1) to very high (5)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Research question: do acoustic features of that word carry information about the ratings?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Speaker-independent: the system is always tested on people it has never heard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8308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94767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216712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word per participant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24612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1071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363016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self-rated scales (1–5)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70916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87375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509320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acoustic features per recording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The data we actually had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From the group's sheet and recordings to the analysis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participants in the 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6553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with a recording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7307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analysed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0901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8061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8061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required by the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11094415" cy="2743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8 participants have no recording; 5 were recorded more than once (6 extra takes): one take each was chosen by a label-blind complete-word rule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500" b="0">
                <a:solidFill>
                  <a:srgbClr val="1C1C1A"/>
                </a:solidFill>
                <a:latin typeface="Calibri"/>
              </a:rPr>
              <a:t>A later delivery has trimmed 16 kHz copies for 8 of them, 4 edited or damaged: not counted until the originals are supplied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9 spoken words are missing from the sheet; the word is never guessed from the feeling text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Background voices in 27 of 32 selected recordings; 6 used a different recording setting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Consent: the sheet says Yes, but the signed-form log is still to be supplied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How the pipeline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One command runs every step; each step writes its own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1. Audit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every file and sheet cell checked; nothing changed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86785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5113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4841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2.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4841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logged, rule-based fixes; raw values kept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3259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5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3. Audio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1315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WAV 16 kHz mono; label-blind word location and take choice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39733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78061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7789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4.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7789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108 acoustic features: pitch, energy, spectrum, MFCC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5. 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distributions, correlations, confound checks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086785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5113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4841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6. 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4841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nested speaker-grouped CV, 10 repeats; dummy baselines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963259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1587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1315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7.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1315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permutation tests, Holm correction, bootstrap CIs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839733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78061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7789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8. Lexical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7789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is it the voice, or just the word?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257800"/>
            <a:ext cx="11094415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A5A55"/>
                </a:solidFill>
                <a:latin typeface="Calibri"/>
              </a:rPr>
              <a:t>Safeguards: no participant in both training and test data · preprocessing fitted inside each training fold · the labels are never used to cut or choose audio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What the participants 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Valence and arousal move together (Spearman ρ = 0.77, n = 32)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01_affect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1724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783080"/>
            <a:ext cx="388620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Most ratings are neutral to pleasant and moderate to high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Classes for modelling are groupings of the participants' own ratings (derived, fixed in advance):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400" b="0">
                <a:solidFill>
                  <a:srgbClr val="1C1C1A"/>
                </a:solidFill>
                <a:latin typeface="Calibri"/>
              </a:rPr>
              <a:t>arousal_3, valence_2, arousal_2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Not modelled, too few people per class: valence_5, arousal_5, valence_3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Acoustic features and the ratings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Six prosodic features chosen in advance; 108 features in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6675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25880"/>
                <a:gridCol w="914400"/>
                <a:gridCol w="1417320"/>
                <a:gridCol w="9144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ρ with arousal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ρ with valence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 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F0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0.539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0.413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F0 range (st)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0.480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0.471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RMS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+0.09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0.616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+0.07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Spectral centroid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0.567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Voiced ratio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-0.08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0.664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83080"/>
            <a:ext cx="4069080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None of the six passes FDR correction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Across all 108 features: 3 pass for arousal, 0 for valence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300" b="0">
                <a:solidFill>
                  <a:srgbClr val="1C1C1A"/>
                </a:solidFill>
                <a:latin typeface="Calibri"/>
              </a:rPr>
              <a:t>delta2_mfcc_13_std (ρ = +0.62)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300" b="0">
                <a:solidFill>
                  <a:srgbClr val="1C1C1A"/>
                </a:solidFill>
                <a:latin typeface="Calibri"/>
              </a:rPr>
              <a:t>delta_mfcc_13_std (ρ = +0.60)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300" b="0">
                <a:solidFill>
                  <a:srgbClr val="1C1C1A"/>
                </a:solidFill>
                <a:latin typeface="Calibri"/>
              </a:rPr>
              <a:t>mfcc_13_std (ρ = +0.59)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Those were not chosen in advance, and their meaning is unclear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With n = 32, only correlations of about |ρ| ≥ 0.49 can be detected reliably (80% power)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Speaker-independent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Balanced accuracy pooled over repeated nested cross-validation; chance = dummy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9167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743200"/>
                <a:gridCol w="1737360"/>
                <a:gridCol w="1554480"/>
                <a:gridCol w="1581912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Best model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Balanced accuracy [95% CI]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Majority baseline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Permutation 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Holm 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arousal_3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0.42 [0.29, 0.56]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valence_2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0.60 [0.46, 0.75]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0.253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arousal_2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0.64 [0.49, 0.79]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1094415" cy="2194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No model survives Holm correction across the 9 permutation tests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3 of 9 raw p-values are below 0.05; about 0.45 would be expected by chance alone, so a few raw hits are not evidence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The confidence intervals are wide and overlap the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Model results against chance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Balanced accuracy with 95% bootstrap intervals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eval_balance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1094415" cy="31824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Is it the voice, or just the word?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The lexical confound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30936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The audio alone tells 'Kapoy' apart from the other words: balanced accuracy 0.75 (chance 0.50, permutation p = 0.022)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And the word goes with the feeling: see the table (Fisher p = 0.006, Cramér's V = 0.53)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So a model can score above chance by recognising which word was said, without hearing any emotion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Within Kapoy alone, 0 of 12 feature–rating correlations pass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1783080"/>
            <a:ext cx="4389120" cy="4114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55"/>
                </a:solidFill>
                <a:latin typeface="Calibri"/>
              </a:rPr>
              <a:t>Self-reported valence by spoken word (participants)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69480" y="2240280"/>
          <a:ext cx="43891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Word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 pleasant (1–3)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Pleasant (4–5)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Kapoy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other words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Other confounds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Why the results are preliminary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94415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Sample: 32 participants analysed, below the protocol minimum of 40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700" b="0">
                <a:solidFill>
                  <a:srgbClr val="1C1C1A"/>
                </a:solidFill>
                <a:latin typeface="Calibri"/>
              </a:rPr>
              <a:t>Power: with n = 32, only correlations of about |ρ| ≥ 0.49 are reliably detectable; a moderate ρ = 0.3 needs about 90 participants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Recording setting: 6 files used a different setting, which shifts 20 of 108 features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Noise: background voices in 27 of 32 recordings, captured in a hallway right after class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One word per person: no way to separate a person's voice from their state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Context cannot be compared: one year level, one class activity, one session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Correlational design with self-reports: no causal 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4415" cy="12801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2563C9"/>
                </a:solidFill>
                <a:latin typeface="Calibri"/>
              </a:rPr>
              <a:t>The data do not support a claim that post-class affect can be recognised from speech.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94415" cy="2926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pipeline is complete, reproducible and validated, so a larger dataset can be analysed with one command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word a participant chooses is itself linked to how they feel, and must be controlled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present sample is too small to detect realistic effects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1094415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Document consent from the signed forms (consent/consent_log.csv)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Blind listening review by two group members: words, boundaries, retakes (data/review/listening_review.html)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Collect more participants with the checklist: audio only, one setting, quiet spot, one take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Pre-registered analysis plan for a larger or pooled study (docs/analysis_plan_pooled_study.md)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Confirm open protocol questions with the instructor (docs/next_steps/)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